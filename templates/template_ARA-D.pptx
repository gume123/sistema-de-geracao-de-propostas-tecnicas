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72" d="100"/>
          <a:sy n="72" d="100"/>
        </p:scale>
        <p:origin x="3120" y="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DC845A9-853D-9012-EDE5-0A9B2198D4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554" y="1604220"/>
            <a:ext cx="7738370" cy="773837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A9FCE9-3062-7079-4453-313B4A31E5C8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ARA-D</a:t>
            </a:r>
            <a:endParaRPr lang="pt-BR" sz="5400" b="1" dirty="0">
              <a:solidFill>
                <a:srgbClr val="E01684"/>
              </a:solidFill>
              <a:latin typeface="Arial Black" panose="020B0A04020102020204" pitchFamily="34" charset="0"/>
              <a:ea typeface="Inter" panose="02000503000000020004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4A31B7-E676-9D9D-EAA8-EA3E4D7A7EEC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XXXXX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C52F96-E06A-8FB8-4F3F-04D06453EBC0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1C47C2C-100E-1994-48D5-4061233F7F52}"/>
              </a:ext>
            </a:extLst>
          </p:cNvPr>
          <p:cNvSpPr/>
          <p:nvPr/>
        </p:nvSpPr>
        <p:spPr>
          <a:xfrm>
            <a:off x="642937" y="8223749"/>
            <a:ext cx="1776413" cy="1901262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97C667B-4659-0887-0523-4C30231FC1C2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ARA-D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C3F947C-5F9A-DE09-4AC5-2F65D4F9C9CE}"/>
              </a:ext>
            </a:extLst>
          </p:cNvPr>
          <p:cNvSpPr txBox="1"/>
          <p:nvPr/>
        </p:nvSpPr>
        <p:spPr>
          <a:xfrm>
            <a:off x="742122" y="9165394"/>
            <a:ext cx="1577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  <a:p>
            <a:pPr algn="ctr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B12C594-B9D1-8FC7-D6D1-23BB98F79257}"/>
              </a:ext>
            </a:extLst>
          </p:cNvPr>
          <p:cNvCxnSpPr>
            <a:cxnSpLocks/>
          </p:cNvCxnSpPr>
          <p:nvPr/>
        </p:nvCxnSpPr>
        <p:spPr>
          <a:xfrm>
            <a:off x="642937" y="9051712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7A9D501-15CB-9048-AF8C-694AEBB71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0"/>
          <a:stretch>
            <a:fillRect/>
          </a:stretch>
        </p:blipFill>
        <p:spPr>
          <a:xfrm>
            <a:off x="752739" y="6372359"/>
            <a:ext cx="6057222" cy="4904524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747E1B5-9B9D-B382-28B6-3CA5AA113FC8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E8CE56-A77A-FC5C-5B0A-FF7ADAA1B93E}"/>
              </a:ext>
            </a:extLst>
          </p:cNvPr>
          <p:cNvSpPr txBox="1"/>
          <p:nvPr/>
        </p:nvSpPr>
        <p:spPr>
          <a:xfrm>
            <a:off x="1139584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ARA-D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6004139-C9BE-7310-618A-3E462744AADF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2BFC55E-787D-A277-E960-E65951679B16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2774EC6-F391-71E6-92E6-FFD83EC43CD0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EBDEC61-84C3-707A-2A0A-5E11EEBEDA25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E998BD9-7CD0-4678-AB5D-55B77A955AA6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819861E-8799-95FB-10E1-0FC63CE80DBE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5687C04-D16C-5EEF-5CED-B54DB6D5C17F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F1B4E66-40A4-5383-B773-194482D12F48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FBCCFC5-785C-5936-83BB-5934E06F84E4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BAC4192-8A75-5722-1C23-08900177D84F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9C2BE1C-225C-182F-9938-15282FE7C048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8A114F8-17DE-EEC6-28B9-81B36481E2E0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6A783DC-8869-7DAF-3372-A3C7648EB73D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9D43A297-CF2A-91FE-198C-FE57B460F5E5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79A5A48-360E-EA1F-F9AE-6FC5AE3FC10A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ED5E37F-A036-2988-2EC9-1FED11AA4392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5B8DB84-D9C0-84C9-7B91-0AC32F8A4BAE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79642D6-2E2A-6B3F-CF13-4E096A735D1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3220CDD-650F-AB19-C767-2CFD93C3B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25" y="3183779"/>
            <a:ext cx="5966160" cy="5966160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83657" y="3922443"/>
            <a:ext cx="1145151" cy="46917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0726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05338"/>
            <a:ext cx="899523" cy="77948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23584" y="6220918"/>
            <a:ext cx="1503159" cy="224823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</a:t>
            </a:r>
            <a:r>
              <a:rPr lang="pt-BR" sz="14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ARA-D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5D9E1E-E82B-6570-0D53-326A2BD2D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24"/>
          <a:stretch>
            <a:fillRect/>
          </a:stretch>
        </p:blipFill>
        <p:spPr>
          <a:xfrm>
            <a:off x="-478466" y="4605145"/>
            <a:ext cx="8518193" cy="60866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  <a:endParaRPr lang="pt-BR" sz="16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E7C345E-EA12-112A-2B8A-E0796A390B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46"/>
          <a:stretch>
            <a:fillRect/>
          </a:stretch>
        </p:blipFill>
        <p:spPr>
          <a:xfrm>
            <a:off x="2329545" y="2399244"/>
            <a:ext cx="5231718" cy="670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ara s</Template>
  <TotalTime>253</TotalTime>
  <Words>537</Words>
  <Application>Microsoft Office PowerPoint</Application>
  <PresentationFormat>Personalizar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10</cp:revision>
  <dcterms:created xsi:type="dcterms:W3CDTF">2026-03-24T12:26:03Z</dcterms:created>
  <dcterms:modified xsi:type="dcterms:W3CDTF">2026-04-22T13:54:03Z</dcterms:modified>
</cp:coreProperties>
</file>