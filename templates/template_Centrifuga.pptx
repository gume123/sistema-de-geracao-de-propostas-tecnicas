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150" d="100"/>
          <a:sy n="150" d="100"/>
        </p:scale>
        <p:origin x="1176" y="-207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5354489-B3B2-56EB-DE21-C4D4CBD4C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41533">
            <a:off x="898704" y="2478472"/>
            <a:ext cx="5871404" cy="587140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D58A4D8-2B7F-22B0-4DC2-4DEE87C316B3}"/>
              </a:ext>
            </a:extLst>
          </p:cNvPr>
          <p:cNvSpPr txBox="1"/>
          <p:nvPr/>
        </p:nvSpPr>
        <p:spPr>
          <a:xfrm>
            <a:off x="283283" y="80887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CENTRÍFUGA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6A6E00-863F-A9CE-435E-1C77182682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33CFD33-748C-5795-EEE0-727348B9886A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023F612-742D-44CB-C867-608D26CC63CD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268E576-8CE8-0F62-511D-6DE2ADB25458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Centrifuga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E239107-30F3-B3EC-9B82-69AA6EC4436D}"/>
              </a:ext>
            </a:extLst>
          </p:cNvPr>
          <p:cNvSpPr txBox="1"/>
          <p:nvPr/>
        </p:nvSpPr>
        <p:spPr>
          <a:xfrm>
            <a:off x="671494" y="9030484"/>
            <a:ext cx="1732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A5F0900-A5BE-460F-6B78-7081A926755F}"/>
              </a:ext>
            </a:extLst>
          </p:cNvPr>
          <p:cNvCxnSpPr>
            <a:cxnSpLocks/>
            <a:stCxn id="19" idx="1"/>
            <a:endCxn id="19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8FADB41-DE8A-B4E4-8E36-7429B16E1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8"/>
          <a:stretch>
            <a:fillRect/>
          </a:stretch>
        </p:blipFill>
        <p:spPr>
          <a:xfrm>
            <a:off x="296392" y="6808455"/>
            <a:ext cx="6968478" cy="5294096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4D1BC6D-4A2F-63D3-826B-2AF7EC26509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F87114-EB42-CFB4-8AE9-8D7B7A8244C7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Centrífuga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98AD7C0-9DBD-2957-06C6-E1F7B6FB79A2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678396-D77F-F88B-D11B-6E814C506EF0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612DD2E-46FB-CEF3-9C54-2A8430D0388A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90700C-69B7-2AD8-D693-1CF99B53DE82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BFEB8A3-165B-FDBF-03E8-49364DF6B7B0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8C78EFA-0908-1729-3B19-19D5ABD85375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F59C332-8C3D-0FE3-8DFE-D65451630A49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61333AB-DF59-3280-7289-95260FD7EEA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C7CFA4-F7D1-A3C0-EA0E-4085D0FC5332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51C8FA9-7BC7-6668-04B1-108498FB077B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9E5FAF1-4C05-C170-D002-67D2CF34CB8A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2E6120A-982B-748F-513F-716A638263C5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422B9C3-4469-6432-567B-F89C399D43F8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8930710-FB62-EA0E-5171-E467FE9386FA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01F8684-55F3-7544-1F8A-DE49CD8CB90C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CC6ED4F-1D89-275C-2C43-A2BCDEB2E7DB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3209F3A-EC7E-0DF7-4C11-143BF5580652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718CE603-C118-3554-48FE-281803405BE2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974068-A35F-CDB4-5799-A361F6C28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75"/>
          <a:stretch>
            <a:fillRect/>
          </a:stretch>
        </p:blipFill>
        <p:spPr>
          <a:xfrm>
            <a:off x="164132" y="2672533"/>
            <a:ext cx="7024470" cy="6021762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83657" y="3922443"/>
            <a:ext cx="1145151" cy="4691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</a:t>
            </a:r>
            <a:r>
              <a:rPr lang="pt-BR" sz="14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Centrífuga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560B0D-F1D3-D2D7-5641-DED4D8104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6"/>
          <a:stretch>
            <a:fillRect/>
          </a:stretch>
        </p:blipFill>
        <p:spPr>
          <a:xfrm flipH="1">
            <a:off x="-171450" y="4198511"/>
            <a:ext cx="6651981" cy="649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  <a:endParaRPr lang="pt-BR" sz="16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AE13A2E-A2D2-3A55-9A3C-A1DA4E2C86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9" r="24052"/>
          <a:stretch>
            <a:fillRect/>
          </a:stretch>
        </p:blipFill>
        <p:spPr>
          <a:xfrm>
            <a:off x="3060700" y="2356671"/>
            <a:ext cx="4499249" cy="74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</Template>
  <TotalTime>339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9</cp:revision>
  <dcterms:created xsi:type="dcterms:W3CDTF">2026-03-24T12:26:03Z</dcterms:created>
  <dcterms:modified xsi:type="dcterms:W3CDTF">2026-04-02T12:30:52Z</dcterms:modified>
</cp:coreProperties>
</file>