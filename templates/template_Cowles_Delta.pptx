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 DELTA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A36B4594-2E3C-E847-49FD-F0AD7F4FF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3" t="14298" r="13821" b="13867"/>
          <a:stretch>
            <a:fillRect/>
          </a:stretch>
        </p:blipFill>
        <p:spPr>
          <a:xfrm>
            <a:off x="627932" y="1964710"/>
            <a:ext cx="6305398" cy="628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Delta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626A3B-8B6B-C88C-1E32-4D9007113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4" b="22284"/>
          <a:stretch>
            <a:fillRect/>
          </a:stretch>
        </p:blipFill>
        <p:spPr>
          <a:xfrm>
            <a:off x="-154122" y="6680995"/>
            <a:ext cx="7869505" cy="391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99A79A0-5695-160A-ED6E-A090F7A1F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4" t="24356" r="15188" b="17514"/>
          <a:stretch>
            <a:fillRect/>
          </a:stretch>
        </p:blipFill>
        <p:spPr>
          <a:xfrm>
            <a:off x="655127" y="3569475"/>
            <a:ext cx="5861154" cy="4901110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704746" cy="2448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636383" y="5788307"/>
            <a:ext cx="1690360" cy="268084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Delta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57D5C74-9265-9584-F634-69E2BAE1D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51"/>
          <a:stretch>
            <a:fillRect/>
          </a:stretch>
        </p:blipFill>
        <p:spPr>
          <a:xfrm>
            <a:off x="1054777" y="6077619"/>
            <a:ext cx="5356078" cy="461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AD85E4D-AF7D-606D-EB5F-BD0DC83D16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3795">
            <a:off x="2099612" y="1905978"/>
            <a:ext cx="7689215" cy="768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 OB</Template>
  <TotalTime>8</TotalTime>
  <Words>542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2026-04-02T17:27:06Z</dcterms:created>
  <dcterms:modified xsi:type="dcterms:W3CDTF">2026-04-02T17:35:45Z</dcterms:modified>
</cp:coreProperties>
</file>