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83283" y="94164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COWLES OB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OB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303B67B-C853-61F3-6490-A5DA07C8B2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5" t="8904" r="11299" b="14504"/>
          <a:stretch>
            <a:fillRect/>
          </a:stretch>
        </p:blipFill>
        <p:spPr>
          <a:xfrm>
            <a:off x="612929" y="1591372"/>
            <a:ext cx="6413487" cy="64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OB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8111E4-CC04-155F-4F8E-7F694E841D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64" b="21300"/>
          <a:stretch>
            <a:fillRect/>
          </a:stretch>
        </p:blipFill>
        <p:spPr>
          <a:xfrm>
            <a:off x="686637" y="7500225"/>
            <a:ext cx="6182017" cy="303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8640C01-D821-762E-6CFF-E728EB70B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31" b="10996"/>
          <a:stretch>
            <a:fillRect/>
          </a:stretch>
        </p:blipFill>
        <p:spPr>
          <a:xfrm>
            <a:off x="558977" y="3612630"/>
            <a:ext cx="6443308" cy="4856525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809677" cy="47834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872611"/>
            <a:ext cx="1201706" cy="10122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97443" y="5735794"/>
            <a:ext cx="1429300" cy="273336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Delta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6800F8E-748E-ABE3-E074-EFF6D0608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5"/>
          <a:stretch>
            <a:fillRect/>
          </a:stretch>
        </p:blipFill>
        <p:spPr>
          <a:xfrm>
            <a:off x="1326415" y="6082732"/>
            <a:ext cx="4897788" cy="460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BD7ECDE-D3AA-7DA0-EF2A-8FDCB1A3FE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7" t="7070" r="33031" b="7345"/>
          <a:stretch>
            <a:fillRect/>
          </a:stretch>
        </p:blipFill>
        <p:spPr>
          <a:xfrm>
            <a:off x="2638269" y="1723868"/>
            <a:ext cx="4921680" cy="73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uAlph</Template>
  <TotalTime>17</TotalTime>
  <Words>542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2</cp:revision>
  <dcterms:created xsi:type="dcterms:W3CDTF">2026-04-02T13:56:35Z</dcterms:created>
  <dcterms:modified xsi:type="dcterms:W3CDTF">2026-04-02T17:42:50Z</dcterms:modified>
</cp:coreProperties>
</file>