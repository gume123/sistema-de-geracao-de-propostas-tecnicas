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 varScale="1">
        <p:scale>
          <a:sx n="69" d="100"/>
          <a:sy n="69" d="100"/>
        </p:scale>
        <p:origin x="3114" y="84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8F497B-2BE5-405D-6939-721161B8624F}"/>
              </a:ext>
            </a:extLst>
          </p:cNvPr>
          <p:cNvSpPr txBox="1"/>
          <p:nvPr/>
        </p:nvSpPr>
        <p:spPr>
          <a:xfrm>
            <a:off x="243890" y="932040"/>
            <a:ext cx="7073481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54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ESTRELLA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86D901-E622-309E-6996-A977F34E86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D5F4C4-2814-C466-60ED-B717F86A87C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512939-228E-695E-8736-123C956396E6}"/>
              </a:ext>
            </a:extLst>
          </p:cNvPr>
          <p:cNvSpPr/>
          <p:nvPr/>
        </p:nvSpPr>
        <p:spPr>
          <a:xfrm>
            <a:off x="642937" y="8223749"/>
            <a:ext cx="1776413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D51783-DF28-1A28-D05F-6D4236BBB9B4}"/>
              </a:ext>
            </a:extLst>
          </p:cNvPr>
          <p:cNvSpPr txBox="1"/>
          <p:nvPr/>
        </p:nvSpPr>
        <p:spPr>
          <a:xfrm>
            <a:off x="749424" y="8342430"/>
            <a:ext cx="15634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Estrella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C03BC49-F342-411B-54A7-97B857170AA3}"/>
              </a:ext>
            </a:extLst>
          </p:cNvPr>
          <p:cNvSpPr txBox="1"/>
          <p:nvPr/>
        </p:nvSpPr>
        <p:spPr>
          <a:xfrm>
            <a:off x="602158" y="9013036"/>
            <a:ext cx="18579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F349FF2-80F7-8B57-E655-2224B9872B68}"/>
              </a:ext>
            </a:extLst>
          </p:cNvPr>
          <p:cNvCxnSpPr>
            <a:cxnSpLocks/>
          </p:cNvCxnSpPr>
          <p:nvPr/>
        </p:nvCxnSpPr>
        <p:spPr>
          <a:xfrm>
            <a:off x="642937" y="8971326"/>
            <a:ext cx="177641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16A14746-B6F2-E7FE-1C32-714F22D85A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158" y="1551059"/>
            <a:ext cx="6350696" cy="6350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1469791A-466E-1030-D63A-518310E66409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38" name="CaixaDeTexto 37">
            <a:extLst>
              <a:ext uri="{FF2B5EF4-FFF2-40B4-BE49-F238E27FC236}">
                <a16:creationId xmlns:a16="http://schemas.microsoft.com/office/drawing/2014/main" id="{719ACBEC-2335-D3C6-C787-EB10395C81E0}"/>
              </a:ext>
            </a:extLst>
          </p:cNvPr>
          <p:cNvSpPr txBox="1"/>
          <p:nvPr/>
        </p:nvSpPr>
        <p:spPr>
          <a:xfrm>
            <a:off x="1139584" y="2451964"/>
            <a:ext cx="2350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Estrella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2B88C26-6B53-FF6B-EE27-501547791EBA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D91DAD4F-21E4-96B1-3E5B-3249BD815BF2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EC0B93EA-4AD6-5850-7896-4F4EB64BAE1B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F543EE72-E33A-F4BC-4C69-C8B3D101DB3C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64D41006-D99B-522E-1243-D17F001C5071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EF884DB6-CE01-4400-DE4D-46A8B3ECDC8A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82254A3C-DDF4-1E8E-4E2A-B86BBD3C0ABB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97B69787-EADC-6806-5E33-9033CAE74E02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47" name="CaixaDeTexto 46">
            <a:extLst>
              <a:ext uri="{FF2B5EF4-FFF2-40B4-BE49-F238E27FC236}">
                <a16:creationId xmlns:a16="http://schemas.microsoft.com/office/drawing/2014/main" id="{3C8949B0-39FD-C15C-A438-282037409479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99B116E9-B084-A371-0EB6-A8E6BA8BD2A2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7B61333-9915-7B82-EB10-76D67765DF93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3E62B453-109C-45A1-ED54-D010B379A2DE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51E068BF-39E1-4211-0D13-6D4EEDC442E7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52DA3D67-F633-6C75-2F1F-8B82A582B33C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00B3CAA0-4C67-D4F4-E885-50EB94228462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Retângulo: Cantos Arredondados 11">
            <a:extLst>
              <a:ext uri="{FF2B5EF4-FFF2-40B4-BE49-F238E27FC236}">
                <a16:creationId xmlns:a16="http://schemas.microsoft.com/office/drawing/2014/main" id="{9ECDD673-043B-4136-1A4B-D05120723685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2892B26B-0554-C840-BE40-07ACB9B07758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A2A29CA7-384C-10DE-0216-54047510EF09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6F211D3C-E161-9592-E16E-1D01EF6226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68" y="4709005"/>
            <a:ext cx="6012035" cy="6012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3183779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62126" y="3183779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70" y="8084889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01389" y="8504931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AF4E622A-2147-2D28-A5C4-2F58A35E9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919" y="3028954"/>
            <a:ext cx="5949424" cy="5949424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663700" y="3893085"/>
            <a:ext cx="1006929" cy="96986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336473" y="4137886"/>
            <a:ext cx="990270" cy="105022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724859" y="6142216"/>
            <a:ext cx="1601884" cy="2326939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468923" y="6943064"/>
            <a:ext cx="1276672" cy="941762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Estrella 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7834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625" y="10067284"/>
            <a:ext cx="795338" cy="27461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BF3B49CF-50AC-382D-4764-035FA14320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653" y="5989468"/>
            <a:ext cx="5674465" cy="567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D26779D-08D6-1DEE-223B-E3F01C381AF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229" y="2550600"/>
            <a:ext cx="6552091" cy="655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Américo Brasiliense, 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BM Super</Template>
  <TotalTime>4</TotalTime>
  <Words>538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1</cp:revision>
  <dcterms:created xsi:type="dcterms:W3CDTF">2026-04-28T17:33:24Z</dcterms:created>
  <dcterms:modified xsi:type="dcterms:W3CDTF">2026-04-28T17:38:21Z</dcterms:modified>
</cp:coreProperties>
</file>