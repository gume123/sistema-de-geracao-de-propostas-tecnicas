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Medium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gEmX6OTaoPYAd+mq42V+R8y+Er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C493F5-8978-4F34-AA5B-88F3E99CF433}">
  <a:tblStyle styleId="{DEC493F5-8978-4F34-AA5B-88F3E99CF4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1236" y="29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/>
        </p:nvSpPr>
        <p:spPr>
          <a:xfrm>
            <a:off x="1850800" y="1091775"/>
            <a:ext cx="2946900" cy="169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3469375" y="2290500"/>
            <a:ext cx="7231500" cy="106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0"/>
              <a:buFont typeface="Arial"/>
              <a:buNone/>
            </a:pPr>
            <a:r>
              <a:rPr lang="pt-BR" sz="55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55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HELICOIDAL-S</a:t>
            </a:r>
            <a:r>
              <a:rPr lang="pt-BR" sz="55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endParaRPr sz="55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100" y="-1"/>
            <a:ext cx="3753875" cy="4692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 txBox="1"/>
          <p:nvPr/>
        </p:nvSpPr>
        <p:spPr>
          <a:xfrm>
            <a:off x="2768600" y="221750"/>
            <a:ext cx="6277325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pt-BR" sz="17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Técnica: </a:t>
            </a:r>
            <a:r>
              <a:rPr lang="pt-BR" sz="17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Nº {{proposta}}</a:t>
            </a:r>
            <a:r>
              <a:rPr lang="pt-BR" sz="17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1"/>
          <p:cNvSpPr txBox="1"/>
          <p:nvPr/>
        </p:nvSpPr>
        <p:spPr>
          <a:xfrm>
            <a:off x="5819100" y="12582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 b="0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60" name="Google Shape;60;p1"/>
          <p:cNvGraphicFramePr/>
          <p:nvPr>
            <p:extLst>
              <p:ext uri="{D42A27DB-BD31-4B8C-83A1-F6EECF244321}">
                <p14:modId xmlns:p14="http://schemas.microsoft.com/office/powerpoint/2010/main" val="2631549839"/>
              </p:ext>
            </p:extLst>
          </p:nvPr>
        </p:nvGraphicFramePr>
        <p:xfrm>
          <a:off x="3816975" y="689450"/>
          <a:ext cx="4983774" cy="502900"/>
        </p:xfrm>
        <a:graphic>
          <a:graphicData uri="http://schemas.openxmlformats.org/drawingml/2006/table">
            <a:tbl>
              <a:tblPr>
                <a:noFill/>
                <a:tableStyleId>{DEC493F5-8978-4F34-AA5B-88F3E99CF433}</a:tableStyleId>
              </a:tblPr>
              <a:tblGrid>
                <a:gridCol w="170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6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 b="1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Helicoidal</a:t>
                      </a:r>
                      <a:r>
                        <a:rPr lang="pt-BR" sz="8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pt-BR" sz="9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lang="pt-BR" sz="100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" name="Google Shape;66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{DEC493F5-8978-4F34-AA5B-88F3E99CF433}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" name="Google Shape;67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Helicoidal com 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4" y="3587628"/>
            <a:ext cx="1567963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"/>
          <p:cNvSpPr txBox="1"/>
          <p:nvPr/>
        </p:nvSpPr>
        <p:spPr>
          <a:xfrm>
            <a:off x="1141950" y="141525"/>
            <a:ext cx="63744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chemeClr val="lt2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9" name="Google Shape;89;p2"/>
          <p:cNvPicPr preferRelativeResize="0"/>
          <p:nvPr/>
        </p:nvPicPr>
        <p:blipFill rotWithShape="1">
          <a:blip r:embed="rId4">
            <a:alphaModFix/>
          </a:blip>
          <a:srcRect l="23508" r="22940" b="9090"/>
          <a:stretch/>
        </p:blipFill>
        <p:spPr>
          <a:xfrm>
            <a:off x="5375250" y="772725"/>
            <a:ext cx="3259549" cy="415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"/>
          <p:cNvPicPr preferRelativeResize="0"/>
          <p:nvPr/>
        </p:nvPicPr>
        <p:blipFill rotWithShape="1">
          <a:blip r:embed="rId5">
            <a:alphaModFix/>
          </a:blip>
          <a:srcRect t="2030" r="-6022" b="-2029"/>
          <a:stretch/>
        </p:blipFill>
        <p:spPr>
          <a:xfrm>
            <a:off x="6182813" y="3779050"/>
            <a:ext cx="1860726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244425" y="44697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chemeClr val="lt1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527525" y="703825"/>
            <a:ext cx="22077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438275" y="2339425"/>
            <a:ext cx="15441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470025" y="3962875"/>
            <a:ext cx="17802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 com validação ambiental para evitar contaminação cruzada.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5379700" y="2100125"/>
            <a:ext cx="20277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928775" y="3962875"/>
            <a:ext cx="1161000" cy="8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Estabilizador de frequência garante máxima segurança em ciclos de até 1.750rpm.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3" name="Google Shape;103;p3"/>
          <p:cNvPicPr preferRelativeResize="0"/>
          <p:nvPr/>
        </p:nvPicPr>
        <p:blipFill rotWithShape="1">
          <a:blip r:embed="rId4">
            <a:alphaModFix/>
          </a:blip>
          <a:srcRect l="25481" t="1996" r="18572" b="11959"/>
          <a:stretch/>
        </p:blipFill>
        <p:spPr>
          <a:xfrm>
            <a:off x="2250225" y="125"/>
            <a:ext cx="3924800" cy="4529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4" name="Google Shape;104;p3"/>
          <p:cNvCxnSpPr>
            <a:stCxn id="99" idx="0"/>
          </p:cNvCxnSpPr>
          <p:nvPr/>
        </p:nvCxnSpPr>
        <p:spPr>
          <a:xfrm rot="10800000" flipH="1">
            <a:off x="1210325" y="2205025"/>
            <a:ext cx="2162700" cy="134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>
            <a:stCxn id="100" idx="0"/>
          </p:cNvCxnSpPr>
          <p:nvPr/>
        </p:nvCxnSpPr>
        <p:spPr>
          <a:xfrm flipV="1">
            <a:off x="1360125" y="3023875"/>
            <a:ext cx="2935500" cy="93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6" name="Google Shape;106;p3"/>
          <p:cNvCxnSpPr/>
          <p:nvPr/>
        </p:nvCxnSpPr>
        <p:spPr>
          <a:xfrm rot="10800000">
            <a:off x="4917550" y="2515225"/>
            <a:ext cx="1476000" cy="239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7" name="Google Shape;107;p3"/>
          <p:cNvCxnSpPr>
            <a:stCxn id="102" idx="0"/>
          </p:cNvCxnSpPr>
          <p:nvPr/>
        </p:nvCxnSpPr>
        <p:spPr>
          <a:xfrm rot="10800000">
            <a:off x="4338175" y="2472775"/>
            <a:ext cx="2171100" cy="149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108" name="Google Shape;108;p3"/>
          <p:cNvPicPr preferRelativeResize="0"/>
          <p:nvPr/>
        </p:nvPicPr>
        <p:blipFill rotWithShape="1">
          <a:blip r:embed="rId5">
            <a:alphaModFix/>
          </a:blip>
          <a:srcRect t="2030" r="-6022" b="-2029"/>
          <a:stretch/>
        </p:blipFill>
        <p:spPr>
          <a:xfrm>
            <a:off x="3373013" y="3524050"/>
            <a:ext cx="1860726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/>
        </p:nvSpPr>
        <p:spPr>
          <a:xfrm>
            <a:off x="2022600" y="87000"/>
            <a:ext cx="4543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1764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E5F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292950" y="964950"/>
            <a:ext cx="8958000" cy="4070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05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</a:t>
            </a:r>
            <a:r>
              <a:rPr lang="pt-BR" sz="105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05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Helicoidal-S de Alta Homogeneização 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diametro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}}// R$ {{</a:t>
            </a:r>
            <a:r>
              <a:rPr lang="pt-BR" sz="105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050" dirty="0">
                <a:latin typeface="Inter"/>
                <a:ea typeface="Inter"/>
                <a:cs typeface="Inter"/>
                <a:sym typeface="Inter"/>
              </a:rPr>
              <a:t>}} </a:t>
            </a:r>
            <a:r>
              <a:rPr lang="pt-BR" sz="105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1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Consultoria Técnica Full Time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</a:t>
            </a:r>
          </a:p>
          <a:p>
            <a:pPr lvl="0">
              <a:spcBef>
                <a:spcPts val="1200"/>
              </a:spcBef>
              <a:buSzPts val="1100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i="0" u="none" strike="noStrike" cap="none" dirty="0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spcAft>
                <a:spcPts val="1200"/>
              </a:spcAft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l="23479" t="26315" r="7886" b="28945"/>
          <a:stretch/>
        </p:blipFill>
        <p:spPr>
          <a:xfrm rot="5400000">
            <a:off x="5759813" y="1995038"/>
            <a:ext cx="2575575" cy="372899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5" name="Google Shape;125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São Paulo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,  {{data}}.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{{</a:t>
            </a:r>
            <a:r>
              <a:rPr lang="pt-BR" sz="1100" b="1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nome_vendedor</a:t>
            </a: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 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WhatsApp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: 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E-mail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: {{</a:t>
            </a:r>
            <a:r>
              <a:rPr lang="pt-BR" sz="1100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email_vendedor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</a:t>
            </a:r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9" name="Google Shape;139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0" name="Google Shape;140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1" name="Google Shape;141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67258" y="-13137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6"/>
          <p:cNvPicPr preferRelativeResize="0"/>
          <p:nvPr/>
        </p:nvPicPr>
        <p:blipFill rotWithShape="1">
          <a:blip r:embed="rId9">
            <a:alphaModFix/>
          </a:blip>
          <a:srcRect t="18517" b="20887"/>
          <a:stretch/>
        </p:blipFill>
        <p:spPr>
          <a:xfrm>
            <a:off x="4737450" y="-13125"/>
            <a:ext cx="3821549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94200" y="799825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1899600" y="3236050"/>
            <a:ext cx="5344800" cy="1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10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10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0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75/77, Chácara Santo Antônio, São Paulo-SP</a:t>
            </a:r>
            <a:r>
              <a:rPr lang="pt-BR" sz="10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0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</Words>
  <Application>Microsoft Office PowerPoint</Application>
  <PresentationFormat>Apresentação na tela (16:9)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Inter</vt:lpstr>
      <vt:lpstr>Arial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Só Hélices</dc:creator>
  <cp:lastModifiedBy>SÓ HÉLICES</cp:lastModifiedBy>
  <cp:revision>1</cp:revision>
  <dcterms:modified xsi:type="dcterms:W3CDTF">2026-03-09T17:27:19Z</dcterms:modified>
</cp:coreProperties>
</file>