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9" d="100"/>
          <a:sy n="69" d="100"/>
        </p:scale>
        <p:origin x="3114" y="8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13CDD406-37B5-AE55-73A2-1A6D4C7564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B41925B5-F653-5F92-AAEB-B954175E1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08F497B-2BE5-405D-6939-721161B8624F}"/>
              </a:ext>
            </a:extLst>
          </p:cNvPr>
          <p:cNvSpPr txBox="1"/>
          <p:nvPr/>
        </p:nvSpPr>
        <p:spPr>
          <a:xfrm>
            <a:off x="283283" y="941644"/>
            <a:ext cx="6994696" cy="84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54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HELICOIDAL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686D901-E622-309E-6996-A977F34E8674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FD5F4C4-2814-C466-60ED-B717F86A87C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5512939-228E-695E-8736-123C956396E6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DD51783-DF28-1A28-D05F-6D4236BBB9B4}"/>
              </a:ext>
            </a:extLst>
          </p:cNvPr>
          <p:cNvSpPr txBox="1"/>
          <p:nvPr/>
        </p:nvSpPr>
        <p:spPr>
          <a:xfrm>
            <a:off x="855915" y="8326048"/>
            <a:ext cx="1360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Helicoidal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C03BC49-F342-411B-54A7-97B857170AA3}"/>
              </a:ext>
            </a:extLst>
          </p:cNvPr>
          <p:cNvSpPr txBox="1"/>
          <p:nvPr/>
        </p:nvSpPr>
        <p:spPr>
          <a:xfrm>
            <a:off x="602158" y="9013036"/>
            <a:ext cx="1857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F349FF2-80F7-8B57-E655-2224B9872B68}"/>
              </a:ext>
            </a:extLst>
          </p:cNvPr>
          <p:cNvCxnSpPr>
            <a:cxnSpLocks/>
          </p:cNvCxnSpPr>
          <p:nvPr/>
        </p:nvCxnSpPr>
        <p:spPr>
          <a:xfrm>
            <a:off x="642937" y="897132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9AA28730-09E3-9EB7-6E73-B793838651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95" b="14214"/>
          <a:stretch>
            <a:fillRect/>
          </a:stretch>
        </p:blipFill>
        <p:spPr>
          <a:xfrm>
            <a:off x="63578" y="2579882"/>
            <a:ext cx="7434105" cy="508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58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Helicoidal com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BFCECBA-7BD7-DB11-7006-D739B01503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2787">
            <a:off x="757099" y="5781524"/>
            <a:ext cx="5155317" cy="515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Abertura do furo em qualquer torno para adaptação do eixo pré-existente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A91D5E3-F17C-172C-2C08-CEBBB9CCF6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96" r="16947"/>
          <a:stretch>
            <a:fillRect/>
          </a:stretch>
        </p:blipFill>
        <p:spPr>
          <a:xfrm rot="16200000">
            <a:off x="1423345" y="2596495"/>
            <a:ext cx="4714574" cy="7030745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63700" y="3893085"/>
            <a:ext cx="1181992" cy="73866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244133" y="4137886"/>
            <a:ext cx="1082610" cy="118984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6636327"/>
            <a:ext cx="1537513" cy="124849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906982" y="6234545"/>
            <a:ext cx="1419761" cy="223461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Helicoidal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7834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DBFC5D2-1511-566D-4525-A0D3137635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00" y="6394870"/>
            <a:ext cx="4850925" cy="485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26" name="Picture 2" descr="Internet - ícones de sinais grátis">
            <a:extLst>
              <a:ext uri="{FF2B5EF4-FFF2-40B4-BE49-F238E27FC236}">
                <a16:creationId xmlns:a16="http://schemas.microsoft.com/office/drawing/2014/main" id="{C97C1AFD-2FDC-5E98-F84C-C292F8F02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6201" y="5371305"/>
            <a:ext cx="52045" cy="5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03614DC-B16D-9F3C-90E2-7F75E49E2B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524" y="3176165"/>
            <a:ext cx="5218806" cy="521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Américo Brasiliense, 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Cowles OB</Template>
  <TotalTime>6</TotalTime>
  <Words>538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1</cp:revision>
  <dcterms:created xsi:type="dcterms:W3CDTF">2026-04-23T14:07:10Z</dcterms:created>
  <dcterms:modified xsi:type="dcterms:W3CDTF">2026-04-23T14:13:28Z</dcterms:modified>
</cp:coreProperties>
</file>