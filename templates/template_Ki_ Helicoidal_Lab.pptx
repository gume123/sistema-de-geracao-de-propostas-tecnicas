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304228" cy="157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HELICOIDAL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642936" y="8324787"/>
            <a:ext cx="1776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Helicoidal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E7F69DD8-07AA-45EA-E1EB-61367EF0AB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2" t="20806" r="20361" b="8809"/>
          <a:stretch>
            <a:fillRect/>
          </a:stretch>
        </p:blipFill>
        <p:spPr>
          <a:xfrm>
            <a:off x="1349115" y="1547936"/>
            <a:ext cx="6535712" cy="628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Helicoidal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BB2E16-31AF-729E-75BF-1C285665BD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9102">
            <a:off x="2173263" y="5419994"/>
            <a:ext cx="5735390" cy="573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A83E537-09A0-A1E0-55AC-CB394934D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0" t="24256" r="11412" b="12468"/>
          <a:stretch>
            <a:fillRect/>
          </a:stretch>
        </p:blipFill>
        <p:spPr>
          <a:xfrm>
            <a:off x="989350" y="3597638"/>
            <a:ext cx="5621311" cy="4640509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719792" y="3849782"/>
            <a:ext cx="1379345" cy="4074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01389" y="4137886"/>
            <a:ext cx="1225354" cy="136350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146162"/>
            <a:ext cx="1379345" cy="738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23584" y="6220918"/>
            <a:ext cx="1503159" cy="22482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Helicoidal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0BCCEED-AD36-04E2-41D8-3BC6CE1B2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45"/>
          <a:stretch>
            <a:fillRect/>
          </a:stretch>
        </p:blipFill>
        <p:spPr>
          <a:xfrm flipH="1">
            <a:off x="-277540" y="7015397"/>
            <a:ext cx="8116342" cy="477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E5EAF64-7E71-C4B5-0DB3-9CB969A69C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1" r="29043"/>
          <a:stretch>
            <a:fillRect/>
          </a:stretch>
        </p:blipFill>
        <p:spPr>
          <a:xfrm rot="2482527">
            <a:off x="4397797" y="-42359"/>
            <a:ext cx="3779049" cy="920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ARA-S Lab</Template>
  <TotalTime>13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2026-04-06T19:57:52Z</dcterms:created>
  <dcterms:modified xsi:type="dcterms:W3CDTF">2026-04-06T20:11:00Z</dcterms:modified>
</cp:coreProperties>
</file>