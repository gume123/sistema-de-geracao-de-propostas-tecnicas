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ARA-D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ARA-D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1B7B2E04-D72A-288D-7D5A-0F202A067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2" t="18354"/>
          <a:stretch>
            <a:fillRect/>
          </a:stretch>
        </p:blipFill>
        <p:spPr>
          <a:xfrm rot="21186277">
            <a:off x="2258208" y="1913674"/>
            <a:ext cx="6683979" cy="617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ARA-D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B0DFBF-FCA8-29E3-5495-F05E1D0EB1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9139">
            <a:off x="2701208" y="6189242"/>
            <a:ext cx="4976166" cy="49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E1AD014-7166-3347-DB30-9EB9D6645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24" y="2562978"/>
            <a:ext cx="6680617" cy="668061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360525" y="4137886"/>
            <a:ext cx="966218" cy="6881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76867" y="6242017"/>
            <a:ext cx="1449876" cy="22271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ARA-D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DFFDA3-9424-A75C-42E7-2BFEAA8F7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82"/>
          <a:stretch>
            <a:fillRect/>
          </a:stretch>
        </p:blipFill>
        <p:spPr>
          <a:xfrm flipH="1">
            <a:off x="-373455" y="6797704"/>
            <a:ext cx="7579648" cy="49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0E1F4C2-A91D-D544-3F55-16D7262DBF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09257">
            <a:off x="2336246" y="1750037"/>
            <a:ext cx="6759803" cy="675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Robb-S Lab</Template>
  <TotalTime>8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2026-04-23T13:26:35Z</dcterms:created>
  <dcterms:modified xsi:type="dcterms:W3CDTF">2026-04-23T13:34:46Z</dcterms:modified>
</cp:coreProperties>
</file>