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BM SUPER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38642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BM Super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2786752C-883E-8C6D-C924-FC49F78C4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9092">
            <a:off x="1295905" y="1028996"/>
            <a:ext cx="7103632" cy="710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BM Super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951063-A0D1-8EDE-9E74-8312FE48B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3517">
            <a:off x="1869707" y="5705027"/>
            <a:ext cx="5710977" cy="571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1E25752-EEF3-B015-34ED-32C6FB178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1" b="21674"/>
          <a:stretch>
            <a:fillRect/>
          </a:stretch>
        </p:blipFill>
        <p:spPr>
          <a:xfrm rot="20680301">
            <a:off x="-631546" y="3486991"/>
            <a:ext cx="8840625" cy="4946782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062772" cy="59628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15673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76255" y="6788727"/>
            <a:ext cx="1350488" cy="16804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65818"/>
            <a:ext cx="1623209" cy="8190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BM Super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FDC6462-F701-4650-D2A9-8379D1CAA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44"/>
          <a:stretch>
            <a:fillRect/>
          </a:stretch>
        </p:blipFill>
        <p:spPr>
          <a:xfrm flipH="1">
            <a:off x="0" y="7038109"/>
            <a:ext cx="7259973" cy="481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6740013-43AC-7705-B059-C88DF02A51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8151">
            <a:off x="2016467" y="3494507"/>
            <a:ext cx="7585185" cy="75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Orbicullar ARA Lab</Template>
  <TotalTime>3</TotalTime>
  <Words>544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2026-04-27T19:14:53Z</dcterms:created>
  <dcterms:modified xsi:type="dcterms:W3CDTF">2026-04-27T19:18:26Z</dcterms:modified>
</cp:coreProperties>
</file>