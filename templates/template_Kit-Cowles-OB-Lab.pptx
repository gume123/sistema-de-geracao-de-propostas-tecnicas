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304228" cy="1578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COWLES OB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OB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4F2C28FA-CDE3-5CDB-3CC9-F6DB641283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7" t="27360"/>
          <a:stretch>
            <a:fillRect/>
          </a:stretch>
        </p:blipFill>
        <p:spPr>
          <a:xfrm>
            <a:off x="2222673" y="2650593"/>
            <a:ext cx="7558636" cy="588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OB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28B868-0F84-F296-D1FE-F73D9E90D3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1168">
            <a:off x="2062980" y="5470832"/>
            <a:ext cx="6050664" cy="605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945390A-7E37-5EC9-B94E-2DE3E95C4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48" y="2923238"/>
            <a:ext cx="6773765" cy="6773765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491301" cy="76818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462126" y="4137886"/>
            <a:ext cx="864617" cy="113781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090079"/>
            <a:ext cx="1201706" cy="79474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906744" y="6310120"/>
            <a:ext cx="1419999" cy="215903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OB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0B326BB-F6F9-F6B1-2C0F-F56AAEE2F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78"/>
          <a:stretch>
            <a:fillRect/>
          </a:stretch>
        </p:blipFill>
        <p:spPr>
          <a:xfrm flipH="1">
            <a:off x="201856" y="6664081"/>
            <a:ext cx="7287198" cy="505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F456DBA-938A-EC8A-9D18-61752906CE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312" y="2778660"/>
            <a:ext cx="10155382" cy="1015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Supra Lab</Template>
  <TotalTime>3</TotalTime>
  <Words>544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2026-04-27T18:48:18Z</dcterms:created>
  <dcterms:modified xsi:type="dcterms:W3CDTF">2026-04-27T18:51:20Z</dcterms:modified>
</cp:coreProperties>
</file>