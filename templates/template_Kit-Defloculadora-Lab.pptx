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3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36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36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DEFLOCULADORA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Defloculadora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F43B1F1B-3F0E-5FC9-42C3-EC167B742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0033">
            <a:off x="1859649" y="1297409"/>
            <a:ext cx="6304228" cy="630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Defloculadora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8BCFD0C-BD2C-28BC-2D1A-1E4FD1211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691">
            <a:off x="2570632" y="6031663"/>
            <a:ext cx="5304677" cy="530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4B14FB-FCC8-0DBD-843F-559EAD42A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04" y="2563087"/>
            <a:ext cx="6808054" cy="6808054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360525" y="4137886"/>
            <a:ext cx="966218" cy="6881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76867" y="6242017"/>
            <a:ext cx="1449876" cy="22271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Defloculadora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DF8506-67AC-68CD-72FB-A7DAD4BED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98"/>
          <a:stretch>
            <a:fillRect/>
          </a:stretch>
        </p:blipFill>
        <p:spPr>
          <a:xfrm flipH="1">
            <a:off x="168275" y="6996546"/>
            <a:ext cx="7292109" cy="47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2D26F34-A10F-E230-1355-4AE5EAB580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61551">
            <a:off x="2715114" y="1302341"/>
            <a:ext cx="7222036" cy="72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ARA-D Lab</Template>
  <TotalTime>31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2026-04-23T13:26:35Z</dcterms:created>
  <dcterms:modified xsi:type="dcterms:W3CDTF">2026-04-23T14:06:44Z</dcterms:modified>
</cp:coreProperties>
</file>