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ESTRELLA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38642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Estrella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A3AB2C93-F2F3-9374-8140-416441262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36798">
            <a:off x="2048627" y="1006902"/>
            <a:ext cx="6651183" cy="66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Estrella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91AD0C1-1D8E-458E-9A45-8D20AC22C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2061">
            <a:off x="2848482" y="6108339"/>
            <a:ext cx="5194347" cy="519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14B4EDC-5F6F-C713-7FE8-932BF3015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" y="2451152"/>
            <a:ext cx="7558636" cy="7558636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13912" cy="51789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639516" y="4137886"/>
            <a:ext cx="687227" cy="73262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14898" y="6331527"/>
            <a:ext cx="1611845" cy="21376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138399" y="6993360"/>
            <a:ext cx="1623209" cy="8190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Estrella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A84ABED-3D7A-D1AF-F6E0-7D27444B3C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41864" y="4027731"/>
            <a:ext cx="7703127" cy="770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F138A4E-6644-7456-7232-DF0472471A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9336">
            <a:off x="2310652" y="3614674"/>
            <a:ext cx="7314091" cy="731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Orbicullar ARA Lab</Template>
  <TotalTime>2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2026-04-28T17:19:40Z</dcterms:created>
  <dcterms:modified xsi:type="dcterms:W3CDTF">2026-04-28T17:22:40Z</dcterms:modified>
</cp:coreProperties>
</file>