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565430" cy="1551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  <a:r>
              <a:rPr lang="pt-BR" sz="4800" b="1" dirty="0" err="1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Nanolote</a:t>
            </a:r>
            <a:endParaRPr lang="pt-BR" sz="4800" b="1" dirty="0">
              <a:solidFill>
                <a:srgbClr val="E01684"/>
              </a:solidFill>
              <a:latin typeface="Arial Black" panose="020B0A04020102020204" pitchFamily="34" charset="0"/>
              <a:ea typeface="Inter" panose="02000503000000020004" pitchFamily="2" charset="0"/>
            </a:endParaRPr>
          </a:p>
          <a:p>
            <a:pPr algn="ctr">
              <a:lnSpc>
                <a:spcPts val="5900"/>
              </a:lnSpc>
            </a:pPr>
            <a:r>
              <a:rPr lang="pt-BR" sz="4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CENTRÍFUGA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559806" y="8338642"/>
            <a:ext cx="1906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Centrífuga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1F7F2C0A-FF05-5589-0FFE-9F9C693220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18310">
            <a:off x="1982231" y="793382"/>
            <a:ext cx="7045950" cy="704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Centrífuga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D63E382-9A85-107F-95F8-B1EB7614B0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707" y="7050436"/>
            <a:ext cx="3291847" cy="3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E9BA938-B334-3819-9DBA-06447BD3F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15" y="3216161"/>
            <a:ext cx="5718431" cy="5718431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190782" cy="53455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462126" y="4137886"/>
            <a:ext cx="864617" cy="107604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4012234" y="6553927"/>
            <a:ext cx="1314509" cy="191522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065818"/>
            <a:ext cx="1623209" cy="8190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Centrífuga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A759177-5D66-3D20-C35A-EE16AFD53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41873">
            <a:off x="546098" y="5487543"/>
            <a:ext cx="6939857" cy="693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6F88D98-9668-39FA-A493-A2F8992B85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718" y="3526848"/>
            <a:ext cx="7868274" cy="786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BM Super Lab</Template>
  <TotalTime>260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2026-04-28T12:35:29Z</dcterms:created>
  <dcterms:modified xsi:type="dcterms:W3CDTF">2026-04-28T16:55:44Z</dcterms:modified>
</cp:coreProperties>
</file>