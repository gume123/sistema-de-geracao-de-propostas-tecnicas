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565430" cy="155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  <a:r>
              <a:rPr lang="pt-BR" sz="4800" b="1" dirty="0" err="1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Nanolote</a:t>
            </a:r>
            <a:endParaRPr lang="pt-BR" sz="4800" b="1" dirty="0">
              <a:solidFill>
                <a:srgbClr val="E01684"/>
              </a:solidFill>
              <a:latin typeface="Arial Black" panose="020B0A04020102020204" pitchFamily="34" charset="0"/>
              <a:ea typeface="Inter" panose="02000503000000020004" pitchFamily="2" charset="0"/>
            </a:endParaRPr>
          </a:p>
          <a:p>
            <a:pPr algn="ctr">
              <a:lnSpc>
                <a:spcPts val="5900"/>
              </a:lnSpc>
            </a:pPr>
            <a:r>
              <a:rPr lang="pt-BR" sz="4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COWLES BOTTOM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559806" y="8241657"/>
            <a:ext cx="1906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Bottom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AE9EF89F-F40E-EEEA-6FCA-F5C696946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03183">
            <a:off x="2214336" y="1557741"/>
            <a:ext cx="6584948" cy="658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Bottom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CB9AFD-6F1D-D45F-1DA6-C8FA63C5B6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597" y="5998644"/>
            <a:ext cx="4900138" cy="490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427549-7C3D-A2F7-F0C1-824C31C22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06" y="3347600"/>
            <a:ext cx="5701849" cy="5701849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301619" cy="73860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462126" y="4137886"/>
            <a:ext cx="864617" cy="97550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4095482" y="6930132"/>
            <a:ext cx="1231261" cy="153902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06223"/>
            <a:ext cx="1315841" cy="77860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Bottom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47F3BA3-D697-DA95-20E1-19D3B67D3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44826">
            <a:off x="583461" y="5713062"/>
            <a:ext cx="6923559" cy="692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3654970-E96C-BFC4-3288-3D1D167A79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6849">
            <a:off x="1829753" y="2730163"/>
            <a:ext cx="8325473" cy="832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Nanolote Naval</Template>
  <TotalTime>3</TotalTime>
  <Words>544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2026-04-28T17:10:38Z</dcterms:created>
  <dcterms:modified xsi:type="dcterms:W3CDTF">2026-04-28T17:13:59Z</dcterms:modified>
</cp:coreProperties>
</file>