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565430" cy="155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  <a:r>
              <a:rPr lang="pt-BR" sz="4800" b="1" dirty="0" err="1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Nanolote</a:t>
            </a:r>
            <a:endParaRPr lang="pt-BR" sz="4800" b="1" dirty="0">
              <a:solidFill>
                <a:srgbClr val="E01684"/>
              </a:solidFill>
              <a:latin typeface="Arial Black" panose="020B0A04020102020204" pitchFamily="34" charset="0"/>
              <a:ea typeface="Inter" panose="02000503000000020004" pitchFamily="2" charset="0"/>
            </a:endParaRPr>
          </a:p>
          <a:p>
            <a:pPr algn="ctr">
              <a:lnSpc>
                <a:spcPts val="5900"/>
              </a:lnSpc>
            </a:pPr>
            <a:r>
              <a:rPr lang="pt-BR" sz="4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ESTRELLA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559806" y="8366350"/>
            <a:ext cx="1906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Estrella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A4A18CAC-0781-D219-0CCB-ECED7550C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71737">
            <a:off x="2474112" y="1336241"/>
            <a:ext cx="6107428" cy="610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Estrella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666FC9-4055-70FE-5F2C-06F2CAE4E4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557" y="6613652"/>
            <a:ext cx="4276148" cy="427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12D99C9-9E70-A52C-E110-EC96177DC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14" y="2889961"/>
            <a:ext cx="6353634" cy="635363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176928" cy="5747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462126" y="4137886"/>
            <a:ext cx="864617" cy="97550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4024268" y="6553927"/>
            <a:ext cx="1302475" cy="191522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961238"/>
            <a:ext cx="1315841" cy="92358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Estrella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A31510F-39B5-C53D-8ED8-6EC39CB94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24141">
            <a:off x="223702" y="5050940"/>
            <a:ext cx="6828556" cy="682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C52F5D5-1D34-4786-3C66-F15AFA1D5E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609" y="3018666"/>
            <a:ext cx="11068672" cy="110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Nanolote Cowles Bottom</Template>
  <TotalTime>3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2026-04-28T17:14:53Z</dcterms:created>
  <dcterms:modified xsi:type="dcterms:W3CDTF">2026-04-28T17:18:33Z</dcterms:modified>
</cp:coreProperties>
</file>