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  <a:r>
              <a:rPr lang="pt-BR" sz="4800" b="1" dirty="0" err="1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Nanolote</a:t>
            </a:r>
            <a:endParaRPr lang="pt-BR" sz="4800" b="1" dirty="0">
              <a:solidFill>
                <a:srgbClr val="E01684"/>
              </a:solidFill>
              <a:latin typeface="Arial Black" panose="020B0A04020102020204" pitchFamily="34" charset="0"/>
              <a:ea typeface="Inter" panose="02000503000000020004" pitchFamily="2" charset="0"/>
            </a:endParaRPr>
          </a:p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NAVAL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338642"/>
            <a:ext cx="1906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Naval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6C4A7791-C212-8692-85D5-65FC5F39A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5" t="13006"/>
          <a:stretch>
            <a:fillRect/>
          </a:stretch>
        </p:blipFill>
        <p:spPr>
          <a:xfrm rot="3288537">
            <a:off x="3681370" y="2537679"/>
            <a:ext cx="4547390" cy="62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Naval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DE7EF0-39CD-898F-5347-E1E441595E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26" y="6858517"/>
            <a:ext cx="4305410" cy="430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9E0B7EE-B6C0-D0BC-DDF7-CAC4FE06B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99" y="2927331"/>
            <a:ext cx="6111664" cy="6111664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568195" cy="93275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385232" y="4137886"/>
            <a:ext cx="941511" cy="7632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4101389" y="6852113"/>
            <a:ext cx="1225354" cy="161704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06223"/>
            <a:ext cx="1315841" cy="77860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Naval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7C7C0E5-5396-D09E-E21B-99434334A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374138">
            <a:off x="821418" y="5614786"/>
            <a:ext cx="6417191" cy="641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A08A093-8CAE-C226-6307-18036A3C88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00048">
            <a:off x="1915641" y="3255858"/>
            <a:ext cx="8106954" cy="810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Nanolote Centrífuga</Template>
  <TotalTime>13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2</cp:revision>
  <dcterms:created xsi:type="dcterms:W3CDTF">2026-04-28T16:56:52Z</dcterms:created>
  <dcterms:modified xsi:type="dcterms:W3CDTF">2026-04-28T17:10:27Z</dcterms:modified>
</cp:coreProperties>
</file>