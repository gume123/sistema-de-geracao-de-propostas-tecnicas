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6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29/04/2026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A9565-0DDF-F6EC-0128-90409CE04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B913DA94-6BE7-7D04-D3F9-9EB3D958568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EA4E235-B7A1-E127-0B17-BE3B01779BF3}"/>
              </a:ext>
            </a:extLst>
          </p:cNvPr>
          <p:cNvSpPr txBox="1"/>
          <p:nvPr/>
        </p:nvSpPr>
        <p:spPr>
          <a:xfrm>
            <a:off x="628517" y="758648"/>
            <a:ext cx="6565430" cy="1551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Kit </a:t>
            </a:r>
          </a:p>
          <a:p>
            <a:pPr algn="ctr">
              <a:lnSpc>
                <a:spcPts val="59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ORBICULLAR-ARA LAB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1B3622A-F185-A494-BE94-3FCA5A8B3D30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15D254C-420D-4360-EC81-BCFD717CDC6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834385E1-32D4-D2F0-CA4A-D78CE7AC9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B6F4201B-2685-E8C9-8A22-2118BE96BFBC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41110BBE-8AFB-1821-7905-4C3EC40D085A}"/>
              </a:ext>
            </a:extLst>
          </p:cNvPr>
          <p:cNvSpPr txBox="1"/>
          <p:nvPr/>
        </p:nvSpPr>
        <p:spPr>
          <a:xfrm>
            <a:off x="559806" y="8338642"/>
            <a:ext cx="19063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b="1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0C2C3AC-5EC0-B4D9-3AE4-820CA8A08892}"/>
              </a:ext>
            </a:extLst>
          </p:cNvPr>
          <p:cNvSpPr txBox="1"/>
          <p:nvPr/>
        </p:nvSpPr>
        <p:spPr>
          <a:xfrm>
            <a:off x="642938" y="9013036"/>
            <a:ext cx="17764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ABB1D457-FE9B-9A44-60ED-5647F25E9BFD}"/>
              </a:ext>
            </a:extLst>
          </p:cNvPr>
          <p:cNvCxnSpPr>
            <a:cxnSpLocks/>
            <a:stCxn id="12" idx="1"/>
            <a:endCxn id="12" idx="3"/>
          </p:cNvCxnSpPr>
          <p:nvPr/>
        </p:nvCxnSpPr>
        <p:spPr>
          <a:xfrm>
            <a:off x="642937" y="901303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0DD98CA7-4387-4403-5D74-8DB47D511D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21851">
            <a:off x="2041222" y="1489944"/>
            <a:ext cx="6443358" cy="644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272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4880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 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A74557E-D976-10F9-84C7-C321432B6D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02116">
            <a:off x="1821689" y="5138548"/>
            <a:ext cx="6487744" cy="6487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Estabilizador de frequência garante máxima segurança em ciclos de até 1.750rpm.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CA1897-D9AD-134D-5032-7A57AEFD2E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3" t="29917" r="26929" b="28654"/>
          <a:stretch>
            <a:fillRect/>
          </a:stretch>
        </p:blipFill>
        <p:spPr>
          <a:xfrm>
            <a:off x="1309665" y="3975144"/>
            <a:ext cx="4941932" cy="4511899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07836" y="3968354"/>
            <a:ext cx="1289259" cy="6564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890655" y="4137886"/>
            <a:ext cx="436088" cy="1412057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892429" y="6341308"/>
            <a:ext cx="1434314" cy="212784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7065818"/>
            <a:ext cx="1623209" cy="81900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Orbicullar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-ARA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Lab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kumimoji="0" lang="pt-BR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kumimoji="0" lang="pt-B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6183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822D593-C2A7-B571-4199-C3245E1BF1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368"/>
          <a:stretch>
            <a:fillRect/>
          </a:stretch>
        </p:blipFill>
        <p:spPr>
          <a:xfrm flipH="1">
            <a:off x="200195" y="6664082"/>
            <a:ext cx="7561263" cy="5189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8E78464B-359C-783F-D83A-23EDFBC3B53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9713" y="3021004"/>
            <a:ext cx="8150580" cy="815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</a:t>
            </a:r>
            <a:r>
              <a:rPr lang="pt-BR" sz="14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Américo Brasiliense, </a:t>
            </a: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Kit uAlph ARA Lab</Template>
  <TotalTime>5</TotalTime>
  <Words>540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2</cp:revision>
  <dcterms:created xsi:type="dcterms:W3CDTF">2026-04-27T19:01:49Z</dcterms:created>
  <dcterms:modified xsi:type="dcterms:W3CDTF">2026-04-29T13:28:40Z</dcterms:modified>
</cp:coreProperties>
</file>