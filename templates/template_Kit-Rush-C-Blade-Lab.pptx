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65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RUSH-C BLADE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Rush-C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Blade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FA25274E-F935-38BC-6F9B-B529C6FCD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t="18739"/>
          <a:stretch>
            <a:fillRect/>
          </a:stretch>
        </p:blipFill>
        <p:spPr>
          <a:xfrm>
            <a:off x="2147455" y="2471473"/>
            <a:ext cx="6522168" cy="542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Rush-C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Blade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C1DC6E-A2F5-DE8E-CF37-CB960ABFAE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4" r="18755"/>
          <a:stretch>
            <a:fillRect/>
          </a:stretch>
        </p:blipFill>
        <p:spPr>
          <a:xfrm rot="3166641">
            <a:off x="2294336" y="6067074"/>
            <a:ext cx="4812194" cy="489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D3B280D-33D3-BA48-1F68-CB19B6339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1967">
            <a:off x="1011458" y="3210703"/>
            <a:ext cx="5538346" cy="553834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2057240" cy="5747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98646" y="4137886"/>
            <a:ext cx="1128097" cy="8892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019256"/>
            <a:ext cx="1639824" cy="86557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93127" y="6065553"/>
            <a:ext cx="1433616" cy="24036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Rush-C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Blade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EDD9B46-73D9-4300-B3AD-07C6B1A71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97"/>
          <a:stretch>
            <a:fillRect/>
          </a:stretch>
        </p:blipFill>
        <p:spPr>
          <a:xfrm flipH="1">
            <a:off x="0" y="6797704"/>
            <a:ext cx="7854074" cy="53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515856-4FD6-3433-C985-1C11BE0967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2" t="563" r="26887" b="45305"/>
          <a:stretch>
            <a:fillRect/>
          </a:stretch>
        </p:blipFill>
        <p:spPr>
          <a:xfrm rot="16861126">
            <a:off x="2455979" y="2956766"/>
            <a:ext cx="5755440" cy="502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Supra Lab</Template>
  <TotalTime>4</TotalTime>
  <Words>544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3</cp:revision>
  <dcterms:created xsi:type="dcterms:W3CDTF">2026-04-27T18:42:58Z</dcterms:created>
  <dcterms:modified xsi:type="dcterms:W3CDTF">2026-04-29T13:27:14Z</dcterms:modified>
</cp:coreProperties>
</file>