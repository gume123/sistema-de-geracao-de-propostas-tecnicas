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304228" cy="157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RUSH-T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642936" y="8324787"/>
            <a:ext cx="1776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Rush-T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077E9128-AD3D-7AA1-5812-A3BED0CB9A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236" y="1261792"/>
            <a:ext cx="6961957" cy="696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Rush-T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F7E488C-4C32-BAAB-9EFA-A6A985EED8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3058">
            <a:off x="2020105" y="5508075"/>
            <a:ext cx="5888759" cy="588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5AE5A40-1616-CB73-7C06-7D0D174FA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9" y="3420811"/>
            <a:ext cx="4959183" cy="495918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2057240" cy="57478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247371" y="4137886"/>
            <a:ext cx="1079372" cy="11973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539345"/>
            <a:ext cx="1648826" cy="134548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964047" y="6052276"/>
            <a:ext cx="1362696" cy="241687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Rush-T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9303156-6AD8-70DB-0791-07984AAD94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93"/>
          <a:stretch>
            <a:fillRect/>
          </a:stretch>
        </p:blipFill>
        <p:spPr>
          <a:xfrm flipH="1">
            <a:off x="168275" y="6664082"/>
            <a:ext cx="7732862" cy="509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6940509-E31D-E306-930D-A384987B55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679879">
            <a:off x="2420367" y="1561222"/>
            <a:ext cx="7137432" cy="713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uAlph-ARA Lab</Template>
  <TotalTime>4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2026-04-23T14:32:06Z</dcterms:created>
  <dcterms:modified xsi:type="dcterms:W3CDTF">2026-04-23T14:36:49Z</dcterms:modified>
</cp:coreProperties>
</file>