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4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628517" y="758648"/>
            <a:ext cx="6304228" cy="157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</a:t>
            </a:r>
          </a:p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SUPRA LAB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642936" y="8324787"/>
            <a:ext cx="17764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Supra </a:t>
            </a: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7ED0AF57-99BA-544E-32D5-3278535369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031" y="1230934"/>
            <a:ext cx="6399917" cy="639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48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Supra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 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473B6A0-24AF-87A3-FF59-002E50FBF8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61538">
            <a:off x="1890397" y="5052429"/>
            <a:ext cx="6085769" cy="608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2619456-6A41-1AD6-1BD4-019AC487A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887" y="3228845"/>
            <a:ext cx="5071487" cy="5071487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07836" y="3968354"/>
            <a:ext cx="2057240" cy="57478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247371" y="4137886"/>
            <a:ext cx="1079372" cy="119731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6608618"/>
            <a:ext cx="1689913" cy="127620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963401" y="6054436"/>
            <a:ext cx="1363342" cy="241471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Supra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27BC1D2-6DDC-B5A2-5C56-15BF38BF49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00"/>
          <a:stretch>
            <a:fillRect/>
          </a:stretch>
        </p:blipFill>
        <p:spPr>
          <a:xfrm flipH="1">
            <a:off x="-175986" y="6797704"/>
            <a:ext cx="7737249" cy="496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D1BB99E-15A7-0A58-D5C4-958904DABE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708" y="3699983"/>
            <a:ext cx="7979110" cy="797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Rush-T Lab</Template>
  <TotalTime>6</TotalTime>
  <Words>540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</cp:revision>
  <dcterms:created xsi:type="dcterms:W3CDTF">2026-04-27T18:35:32Z</dcterms:created>
  <dcterms:modified xsi:type="dcterms:W3CDTF">2026-04-27T18:42:30Z</dcterms:modified>
</cp:coreProperties>
</file>