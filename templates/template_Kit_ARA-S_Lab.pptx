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4" d="100"/>
          <a:sy n="64" d="100"/>
        </p:scale>
        <p:origin x="3240" y="28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900E03A-216D-94B4-1603-B8FDE528A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6" y="0"/>
            <a:ext cx="8259096" cy="825909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889719" y="991072"/>
            <a:ext cx="5781824" cy="821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ARA-S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642936" y="8324787"/>
            <a:ext cx="1776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ARA-S </a:t>
            </a:r>
            <a:r>
              <a:rPr lang="pt-BR" sz="14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ARA-S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D20C22B9-EDEE-1152-CB95-886E284632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50327">
            <a:off x="2129983" y="5193455"/>
            <a:ext cx="6344526" cy="634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40A74C-733D-44C7-B103-3BEAF59FB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7" t="4776" r="11324" b="11174"/>
          <a:stretch>
            <a:fillRect/>
          </a:stretch>
        </p:blipFill>
        <p:spPr>
          <a:xfrm>
            <a:off x="1349115" y="3469904"/>
            <a:ext cx="4743226" cy="5035028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719792" y="3849782"/>
            <a:ext cx="1379345" cy="40742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101389" y="4137886"/>
            <a:ext cx="1225354" cy="136350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146162"/>
            <a:ext cx="1379345" cy="73866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23584" y="6220918"/>
            <a:ext cx="1503159" cy="22482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ARA-S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E9597A7-3163-3E99-E36E-C8584560F2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79"/>
          <a:stretch>
            <a:fillRect/>
          </a:stretch>
        </p:blipFill>
        <p:spPr>
          <a:xfrm flipH="1">
            <a:off x="201854" y="6797704"/>
            <a:ext cx="7344895" cy="488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BAA53E1-8EF5-F490-26C5-CB81827486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65" r="14237"/>
          <a:stretch>
            <a:fillRect/>
          </a:stretch>
        </p:blipFill>
        <p:spPr>
          <a:xfrm rot="18448987">
            <a:off x="2732260" y="3243879"/>
            <a:ext cx="5496259" cy="563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Cowles Delta LAB</Template>
  <TotalTime>28</TotalTime>
  <Words>540</Words>
  <Application>Microsoft Office PowerPoint</Application>
  <PresentationFormat>Personalizar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3</cp:revision>
  <dcterms:created xsi:type="dcterms:W3CDTF">2026-04-06T16:13:07Z</dcterms:created>
  <dcterms:modified xsi:type="dcterms:W3CDTF">2026-04-06T19:54:29Z</dcterms:modified>
</cp:coreProperties>
</file>