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4" d="100"/>
          <a:sy n="64" d="100"/>
        </p:scale>
        <p:origin x="3240" y="28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08FF69A-22D1-F2D3-A008-5382078EDD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3" t="12558" r="17464"/>
          <a:stretch>
            <a:fillRect/>
          </a:stretch>
        </p:blipFill>
        <p:spPr>
          <a:xfrm rot="210675">
            <a:off x="1392778" y="887372"/>
            <a:ext cx="6331384" cy="743497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889719" y="700468"/>
            <a:ext cx="5781824" cy="157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COWLES DELTA-LAB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642936" y="8324787"/>
            <a:ext cx="17764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</a:t>
            </a: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Delta - </a:t>
            </a:r>
            <a:r>
              <a:rPr lang="pt-BR" sz="14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Delta-Lab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A113E30-74FC-A3A3-407D-D6187C6C8D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2" t="13969"/>
          <a:stretch>
            <a:fillRect/>
          </a:stretch>
        </p:blipFill>
        <p:spPr>
          <a:xfrm rot="1618663">
            <a:off x="1824916" y="4894461"/>
            <a:ext cx="6576530" cy="637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351C554-761C-8A07-195F-085832CE7A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1" t="18182" r="15068" b="20671"/>
          <a:stretch>
            <a:fillRect/>
          </a:stretch>
        </p:blipFill>
        <p:spPr>
          <a:xfrm>
            <a:off x="1267761" y="3657849"/>
            <a:ext cx="5111646" cy="4691634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719792" y="3849782"/>
            <a:ext cx="1274010" cy="52164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101389" y="4137886"/>
            <a:ext cx="1225354" cy="107265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6872611"/>
            <a:ext cx="1201706" cy="101221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823584" y="6220918"/>
            <a:ext cx="1503159" cy="224823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Delta-Lab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36D3878-0A57-DB71-2558-404E550AF8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55"/>
          <a:stretch>
            <a:fillRect/>
          </a:stretch>
        </p:blipFill>
        <p:spPr>
          <a:xfrm>
            <a:off x="23121" y="6940446"/>
            <a:ext cx="7358743" cy="47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26" name="Picture 2" descr="Internet - ícones de sinais grátis">
            <a:extLst>
              <a:ext uri="{FF2B5EF4-FFF2-40B4-BE49-F238E27FC236}">
                <a16:creationId xmlns:a16="http://schemas.microsoft.com/office/drawing/2014/main" id="{C97C1AFD-2FDC-5E98-F84C-C292F8F0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6201" y="5371305"/>
            <a:ext cx="52045" cy="5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081FB2C-D33F-B51C-D769-98E9E9A7AB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23" r="14993" b="23762"/>
          <a:stretch>
            <a:fillRect/>
          </a:stretch>
        </p:blipFill>
        <p:spPr>
          <a:xfrm rot="16677610">
            <a:off x="2269583" y="2995503"/>
            <a:ext cx="6711975" cy="475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Cevin LAB</Template>
  <TotalTime>13</TotalTime>
  <Words>542</Words>
  <Application>Microsoft Office PowerPoint</Application>
  <PresentationFormat>Personalizar</PresentationFormat>
  <Paragraphs>78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2026-04-06T15:53:27Z</dcterms:created>
  <dcterms:modified xsi:type="dcterms:W3CDTF">2026-04-06T16:11:03Z</dcterms:modified>
</cp:coreProperties>
</file>