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199251" y="865066"/>
            <a:ext cx="6994696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COWLES-LAB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Cowles-Lab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0EDCC652-03F3-77FC-54CD-C3D2742A7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5" t="27052" r="23992" b="18659"/>
          <a:stretch>
            <a:fillRect/>
          </a:stretch>
        </p:blipFill>
        <p:spPr>
          <a:xfrm>
            <a:off x="1918740" y="2203554"/>
            <a:ext cx="5839147" cy="546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13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Cowles-Lab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6467E1-3451-072F-62C9-E7B2098F8F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43" r="18865" b="-1"/>
          <a:stretch>
            <a:fillRect/>
          </a:stretch>
        </p:blipFill>
        <p:spPr>
          <a:xfrm>
            <a:off x="1234261" y="6250694"/>
            <a:ext cx="6385261" cy="548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35FF7F9-7709-706E-CBCB-1706C149A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t="10869" r="12238" b="12066"/>
          <a:stretch>
            <a:fillRect/>
          </a:stretch>
        </p:blipFill>
        <p:spPr>
          <a:xfrm>
            <a:off x="1468923" y="3582649"/>
            <a:ext cx="4623417" cy="4717683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83657" y="3922443"/>
            <a:ext cx="1145151" cy="46917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872611"/>
            <a:ext cx="1201706" cy="10122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80631" y="6130977"/>
            <a:ext cx="1546112" cy="23381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Cowles-Lab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F76CBEE-04AD-8B0A-887C-D6AF2CF55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44"/>
          <a:stretch>
            <a:fillRect/>
          </a:stretch>
        </p:blipFill>
        <p:spPr>
          <a:xfrm flipH="1">
            <a:off x="257881" y="7000406"/>
            <a:ext cx="7303382" cy="464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F2FFADB-FEE3-AD27-DC49-1A26B5C465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17875">
            <a:off x="2345916" y="534320"/>
            <a:ext cx="8925216" cy="892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Cevin LAB</Template>
  <TotalTime>10</TotalTime>
  <Words>536</Words>
  <Application>Microsoft Office PowerPoint</Application>
  <PresentationFormat>Personalizar</PresentationFormat>
  <Paragraphs>80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2026-04-06T19:22:54Z</dcterms:created>
  <dcterms:modified xsi:type="dcterms:W3CDTF">2026-04-06T19:33:39Z</dcterms:modified>
</cp:coreProperties>
</file>