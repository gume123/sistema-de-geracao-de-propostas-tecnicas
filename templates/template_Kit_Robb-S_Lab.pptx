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ROBB-S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Robb-S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CCE5E122-0972-DAFF-8269-B7E84A565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2" t="19791" r="22216" b="15285"/>
          <a:stretch>
            <a:fillRect/>
          </a:stretch>
        </p:blipFill>
        <p:spPr>
          <a:xfrm>
            <a:off x="1738859" y="1963711"/>
            <a:ext cx="5936105" cy="565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Robb-S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9DB78E-03E4-C5B2-B14A-3E6BCEC6B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" t="15979"/>
          <a:stretch>
            <a:fillRect/>
          </a:stretch>
        </p:blipFill>
        <p:spPr>
          <a:xfrm rot="1458213">
            <a:off x="1991603" y="6292830"/>
            <a:ext cx="5741284" cy="509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2F064A7-BD31-FA0A-2222-8DCE3C72F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1" b="13964"/>
          <a:stretch>
            <a:fillRect/>
          </a:stretch>
        </p:blipFill>
        <p:spPr>
          <a:xfrm rot="20975436">
            <a:off x="865685" y="3776498"/>
            <a:ext cx="6359909" cy="4697726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379345" cy="4074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287187" y="4137886"/>
            <a:ext cx="1039556" cy="82385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46162"/>
            <a:ext cx="1379345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4045639" y="6400800"/>
            <a:ext cx="1281104" cy="20683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Robb-S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7E85D01-2F21-BC34-8381-7127608F75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41"/>
          <a:stretch>
            <a:fillRect/>
          </a:stretch>
        </p:blipFill>
        <p:spPr>
          <a:xfrm flipH="1">
            <a:off x="-549477" y="6797703"/>
            <a:ext cx="8125730" cy="510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1E6C9D7-D00C-49FA-71CB-0A6F85F77F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1" t="14470" r="23348"/>
          <a:stretch>
            <a:fillRect/>
          </a:stretch>
        </p:blipFill>
        <p:spPr>
          <a:xfrm rot="16723099">
            <a:off x="3924326" y="1970088"/>
            <a:ext cx="4736226" cy="691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Helicoidal Lab</Template>
  <TotalTime>7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2</cp:revision>
  <dcterms:created xsi:type="dcterms:W3CDTF">2026-04-06T20:17:13Z</dcterms:created>
  <dcterms:modified xsi:type="dcterms:W3CDTF">2026-04-06T20:24:59Z</dcterms:modified>
</cp:coreProperties>
</file>