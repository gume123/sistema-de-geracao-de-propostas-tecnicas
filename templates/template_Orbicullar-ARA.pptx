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243890" y="932040"/>
            <a:ext cx="7073481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ORBICULLAR ARA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749424" y="8342430"/>
            <a:ext cx="1563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Orbicullar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ARA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02158" y="9013036"/>
            <a:ext cx="185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</p:cNvCxnSpPr>
          <p:nvPr/>
        </p:nvCxnSpPr>
        <p:spPr>
          <a:xfrm>
            <a:off x="642937" y="897132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50B38068-D45C-0C43-A7F3-B3BCCF79F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56" y="2010601"/>
            <a:ext cx="6451150" cy="64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350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Orbicullar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ARA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FF4CFD5-3F8A-EC64-7426-81C59B5B6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775" y="7158914"/>
            <a:ext cx="3984015" cy="398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9BFBB70-65DF-9FEF-6A24-BB2EB322C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64" y="3362813"/>
            <a:ext cx="5410933" cy="5410933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63700" y="3893085"/>
            <a:ext cx="1181992" cy="738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3919543" y="4137886"/>
            <a:ext cx="1407200" cy="136236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636327"/>
            <a:ext cx="1537513" cy="12484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780630" y="6127455"/>
            <a:ext cx="1546113" cy="23417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Orbicullar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ARA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64384E8-82F0-C0E0-6D79-DEABEF75F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71449" y="5144997"/>
            <a:ext cx="7448912" cy="744891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625" y="10067284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B44345D-887B-0C70-E771-B0389F9FD3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877" y="2508215"/>
            <a:ext cx="6896795" cy="689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Cowles OB</Template>
  <TotalTime>11</TotalTime>
  <Words>542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2</cp:revision>
  <dcterms:created xsi:type="dcterms:W3CDTF">2026-04-23T14:07:10Z</dcterms:created>
  <dcterms:modified xsi:type="dcterms:W3CDTF">2026-04-27T19:01:33Z</dcterms:modified>
</cp:coreProperties>
</file>