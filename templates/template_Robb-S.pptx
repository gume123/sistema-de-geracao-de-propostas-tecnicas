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ROBB-S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Robb-S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7FB94EC-B73E-54B9-450F-DC1EE44B1E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0" b="20482"/>
          <a:stretch>
            <a:fillRect/>
          </a:stretch>
        </p:blipFill>
        <p:spPr>
          <a:xfrm>
            <a:off x="-991544" y="1804349"/>
            <a:ext cx="9544349" cy="622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Robb-S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EE4F21-D032-043A-AFAF-88A288E1D3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06"/>
          <a:stretch>
            <a:fillRect/>
          </a:stretch>
        </p:blipFill>
        <p:spPr>
          <a:xfrm>
            <a:off x="-390658" y="7158914"/>
            <a:ext cx="7853421" cy="539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68EE29-2702-7420-D167-9EB0D416B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" t="23472" r="3875" b="13744"/>
          <a:stretch>
            <a:fillRect/>
          </a:stretch>
        </p:blipFill>
        <p:spPr>
          <a:xfrm>
            <a:off x="541924" y="3922443"/>
            <a:ext cx="6579018" cy="4546712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1225354" cy="4540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1" y="5481275"/>
            <a:ext cx="1546112" cy="29878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930720"/>
            <a:ext cx="1872701" cy="95410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Robb-S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DEF5A42-8F0C-7852-F3C4-DD6809DF6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/>
          <a:stretch>
            <a:fillRect/>
          </a:stretch>
        </p:blipFill>
        <p:spPr>
          <a:xfrm>
            <a:off x="1245324" y="6462371"/>
            <a:ext cx="5068968" cy="46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74A121F-6D0E-8E44-6468-EE2FACD032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6116">
            <a:off x="2202579" y="1900087"/>
            <a:ext cx="6958462" cy="69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 Delta</Template>
  <TotalTime>4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2026-04-06T20:11:31Z</dcterms:created>
  <dcterms:modified xsi:type="dcterms:W3CDTF">2026-04-06T20:15:38Z</dcterms:modified>
</cp:coreProperties>
</file>