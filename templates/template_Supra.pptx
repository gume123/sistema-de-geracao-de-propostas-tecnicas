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23/04/2026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83283" y="941644"/>
            <a:ext cx="699469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SUPRA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855915" y="8326048"/>
            <a:ext cx="13609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Supra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8196AEF-5625-E778-05C6-8084D86D3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27" y="1795705"/>
            <a:ext cx="6552092" cy="655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Supra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D7FE9DC-CA14-EDDB-374F-C5724518E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055" y="5949096"/>
            <a:ext cx="4929152" cy="492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32F455-1665-EFD1-4930-A195EDD59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796">
            <a:off x="965450" y="3030626"/>
            <a:ext cx="5539075" cy="553907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887836" cy="116382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244133" y="4137886"/>
            <a:ext cx="1082610" cy="11898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636327"/>
            <a:ext cx="1537513" cy="124849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449782" y="6281836"/>
            <a:ext cx="1876961" cy="218731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Supra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BCB0A31-D487-675A-546D-7C9EBCEC56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49" y="5345905"/>
            <a:ext cx="8125065" cy="785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FE8B08F-5342-B754-F829-878A10D420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643" y="3172599"/>
            <a:ext cx="5975520" cy="597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Helicoidal</Template>
  <TotalTime>5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2026-04-23T14:39:25Z</dcterms:created>
  <dcterms:modified xsi:type="dcterms:W3CDTF">2026-04-23T14:44:58Z</dcterms:modified>
</cp:coreProperties>
</file>