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200" d="100"/>
          <a:sy n="200" d="100"/>
        </p:scale>
        <p:origin x="-12" y="-24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UALPH-ARA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42936" y="9038646"/>
            <a:ext cx="1776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4A157F58-1BB5-AF85-698D-47821C1AF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99" y="2134874"/>
            <a:ext cx="6422064" cy="642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98F7668-0732-A58C-3315-F94F3134B1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1"/>
          <a:stretch>
            <a:fillRect/>
          </a:stretch>
        </p:blipFill>
        <p:spPr>
          <a:xfrm>
            <a:off x="854426" y="6764602"/>
            <a:ext cx="5840061" cy="4800476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467BE62-CED6-3EDA-0E71-71305431C257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1ABEAA-E85F-3EFB-02BD-BD723356B828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2DBB1E-6C7B-1932-CE2F-99F9580639C8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E49C03A-BF40-C01A-AECC-9DD18980CCD8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EC1D24-F64C-FC1B-6E98-5CA3B64AFA3A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73E8643-57B8-C082-E8F5-598B6B223727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9D091B4-7749-185D-6DFE-8832A0408033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F609383-D5F1-CAE9-B8F8-524286704FCB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931567D-29C7-9855-4501-1F26A5371075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6E168D-F9C9-5A12-DA85-F0066472E903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98C1CB-E87D-FA73-A4F9-70D9E426FD5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1F2ADAF-C3C0-26D2-6D5A-819B370A0FD1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606925-B4EE-5471-F328-A6140EBABC1F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3610363-E681-933C-974E-7340320972B3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B0B2DBC-F93C-8C6C-B068-3481BB70692D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E1404D1B-C1B7-91B4-20B3-25131191E4C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99645D16-2049-96AF-A1FD-ADC30DB059BB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EB3DFB7-3590-FB37-4815-863271C5C8C4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BAC013D-1BDC-0FAE-D41F-7AF2A0E4D8C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769C9215-1541-D301-36E1-49A72E23A613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92F19F0-4F91-8EE6-78B4-E635471C8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3" y="3156494"/>
            <a:ext cx="5717769" cy="571776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83657" y="3922443"/>
            <a:ext cx="1145151" cy="4691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972300"/>
            <a:ext cx="956777" cy="9125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 Alta Homogeneização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6E77CC-7F70-3320-BDAF-6BC1CCBD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84"/>
          <a:stretch>
            <a:fillRect/>
          </a:stretch>
        </p:blipFill>
        <p:spPr>
          <a:xfrm>
            <a:off x="-246399" y="4368708"/>
            <a:ext cx="8318191" cy="632310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CAD1377-A894-D45F-7B94-F642905CDF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3" r="29828"/>
          <a:stretch>
            <a:fillRect/>
          </a:stretch>
        </p:blipFill>
        <p:spPr>
          <a:xfrm>
            <a:off x="2857499" y="1668708"/>
            <a:ext cx="4702449" cy="861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</Template>
  <TotalTime>231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8</cp:revision>
  <dcterms:created xsi:type="dcterms:W3CDTF">2026-03-27T13:40:54Z</dcterms:created>
  <dcterms:modified xsi:type="dcterms:W3CDTF">2026-04-02T12:32:14Z</dcterms:modified>
</cp:coreProperties>
</file>