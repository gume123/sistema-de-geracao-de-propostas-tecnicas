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UALPH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24B99C41-FAAD-B86C-668D-69138D58F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16" y="2220669"/>
            <a:ext cx="6054229" cy="605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4F57F6-AE32-E0F3-CAF9-784906E8E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6" b="23212"/>
          <a:stretch>
            <a:fillRect/>
          </a:stretch>
        </p:blipFill>
        <p:spPr>
          <a:xfrm>
            <a:off x="489137" y="7500226"/>
            <a:ext cx="6582987" cy="319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ADC49C9-FF5F-7416-563D-FB0D79B19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94" y="3052426"/>
            <a:ext cx="5816221" cy="5816221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488120" cy="5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585704" y="6020030"/>
            <a:ext cx="1741039" cy="24491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787F51-7E5C-5249-2F35-F03581D8F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41" b="25838"/>
          <a:stretch>
            <a:fillRect/>
          </a:stretch>
        </p:blipFill>
        <p:spPr>
          <a:xfrm>
            <a:off x="-319313" y="6664082"/>
            <a:ext cx="8422516" cy="40277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2E65DA0-61C2-7843-1856-1A59FC58B4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9" t="13589" r="17846" b="17881"/>
          <a:stretch>
            <a:fillRect/>
          </a:stretch>
        </p:blipFill>
        <p:spPr>
          <a:xfrm rot="20974426">
            <a:off x="2508116" y="2450075"/>
            <a:ext cx="5741201" cy="620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</Template>
  <TotalTime>6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2026-04-01T16:01:22Z</dcterms:created>
  <dcterms:modified xsi:type="dcterms:W3CDTF">2026-04-02T12:36:24Z</dcterms:modified>
</cp:coreProperties>
</file>